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69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sha C R Utama Putri - CCO" userId="ce6c694b-f650-4986-94dd-3c7f7bdf1864" providerId="ADAL" clId="{ADC7EE68-D98E-45CC-BFC7-E933A59D0853}"/>
    <pc:docChg chg="undo custSel modSld">
      <pc:chgData name="Marsha C R Utama Putri - CCO" userId="ce6c694b-f650-4986-94dd-3c7f7bdf1864" providerId="ADAL" clId="{ADC7EE68-D98E-45CC-BFC7-E933A59D0853}" dt="2026-08-07T13:40:42.971" v="68" actId="2711"/>
      <pc:docMkLst>
        <pc:docMk/>
      </pc:docMkLst>
      <pc:sldChg chg="modSp mod">
        <pc:chgData name="Marsha C R Utama Putri - CCO" userId="ce6c694b-f650-4986-94dd-3c7f7bdf1864" providerId="ADAL" clId="{ADC7EE68-D98E-45CC-BFC7-E933A59D0853}" dt="2026-08-07T13:39:18.622" v="55" actId="14100"/>
        <pc:sldMkLst>
          <pc:docMk/>
          <pc:sldMk cId="483142575" sldId="257"/>
        </pc:sldMkLst>
        <pc:spChg chg="mod">
          <ac:chgData name="Marsha C R Utama Putri - CCO" userId="ce6c694b-f650-4986-94dd-3c7f7bdf1864" providerId="ADAL" clId="{ADC7EE68-D98E-45CC-BFC7-E933A59D0853}" dt="2026-08-07T13:38:08.535" v="26" actId="2711"/>
          <ac:spMkLst>
            <pc:docMk/>
            <pc:sldMk cId="483142575" sldId="257"/>
            <ac:spMk id="2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9:18.622" v="55" actId="14100"/>
          <ac:spMkLst>
            <pc:docMk/>
            <pc:sldMk cId="483142575" sldId="257"/>
            <ac:spMk id="3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8:11.812" v="28" actId="20577"/>
          <ac:spMkLst>
            <pc:docMk/>
            <pc:sldMk cId="483142575" sldId="257"/>
            <ac:spMk id="4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8:08.535" v="26" actId="2711"/>
          <ac:spMkLst>
            <pc:docMk/>
            <pc:sldMk cId="483142575" sldId="257"/>
            <ac:spMk id="5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9:18.622" v="55" actId="14100"/>
          <ac:spMkLst>
            <pc:docMk/>
            <pc:sldMk cId="483142575" sldId="257"/>
            <ac:spMk id="6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9:10.277" v="54" actId="14100"/>
          <ac:spMkLst>
            <pc:docMk/>
            <pc:sldMk cId="483142575" sldId="257"/>
            <ac:spMk id="7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9:18.622" v="55" actId="14100"/>
          <ac:spMkLst>
            <pc:docMk/>
            <pc:sldMk cId="483142575" sldId="257"/>
            <ac:spMk id="9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9:04.072" v="53" actId="20577"/>
          <ac:spMkLst>
            <pc:docMk/>
            <pc:sldMk cId="483142575" sldId="257"/>
            <ac:spMk id="10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8:08.535" v="26" actId="2711"/>
          <ac:spMkLst>
            <pc:docMk/>
            <pc:sldMk cId="483142575" sldId="257"/>
            <ac:spMk id="14" creationId="{753642E4-3ED2-191B-01E5-983F9437A897}"/>
          </ac:spMkLst>
        </pc:spChg>
        <pc:spChg chg="mod">
          <ac:chgData name="Marsha C R Utama Putri - CCO" userId="ce6c694b-f650-4986-94dd-3c7f7bdf1864" providerId="ADAL" clId="{ADC7EE68-D98E-45CC-BFC7-E933A59D0853}" dt="2026-08-07T13:38:08.535" v="26" actId="2711"/>
          <ac:spMkLst>
            <pc:docMk/>
            <pc:sldMk cId="483142575" sldId="257"/>
            <ac:spMk id="15" creationId="{EE4310AB-0C0F-480B-8F5D-C7FA7D1B4F28}"/>
          </ac:spMkLst>
        </pc:spChg>
      </pc:sldChg>
      <pc:sldChg chg="addSp delSp modSp mod">
        <pc:chgData name="Marsha C R Utama Putri - CCO" userId="ce6c694b-f650-4986-94dd-3c7f7bdf1864" providerId="ADAL" clId="{ADC7EE68-D98E-45CC-BFC7-E933A59D0853}" dt="2026-08-07T13:39:54.136" v="62" actId="1076"/>
        <pc:sldMkLst>
          <pc:docMk/>
          <pc:sldMk cId="2862497613" sldId="258"/>
        </pc:sldMkLst>
        <pc:spChg chg="mod">
          <ac:chgData name="Marsha C R Utama Putri - CCO" userId="ce6c694b-f650-4986-94dd-3c7f7bdf1864" providerId="ADAL" clId="{ADC7EE68-D98E-45CC-BFC7-E933A59D0853}" dt="2026-08-07T13:39:29.734" v="56" actId="2711"/>
          <ac:spMkLst>
            <pc:docMk/>
            <pc:sldMk cId="2862497613" sldId="258"/>
            <ac:spMk id="2" creationId="{00000000-0000-0000-0000-000000000000}"/>
          </ac:spMkLst>
        </pc:spChg>
        <pc:spChg chg="del mod">
          <ac:chgData name="Marsha C R Utama Putri - CCO" userId="ce6c694b-f650-4986-94dd-3c7f7bdf1864" providerId="ADAL" clId="{ADC7EE68-D98E-45CC-BFC7-E933A59D0853}" dt="2026-08-07T13:39:35.987" v="57" actId="478"/>
          <ac:spMkLst>
            <pc:docMk/>
            <pc:sldMk cId="2862497613" sldId="258"/>
            <ac:spMk id="3" creationId="{00000000-0000-0000-0000-000000000000}"/>
          </ac:spMkLst>
        </pc:spChg>
        <pc:spChg chg="del mod">
          <ac:chgData name="Marsha C R Utama Putri - CCO" userId="ce6c694b-f650-4986-94dd-3c7f7bdf1864" providerId="ADAL" clId="{ADC7EE68-D98E-45CC-BFC7-E933A59D0853}" dt="2026-08-07T13:39:39.837" v="59" actId="478"/>
          <ac:spMkLst>
            <pc:docMk/>
            <pc:sldMk cId="2862497613" sldId="258"/>
            <ac:spMk id="4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9:29.734" v="56" actId="2711"/>
          <ac:spMkLst>
            <pc:docMk/>
            <pc:sldMk cId="2862497613" sldId="258"/>
            <ac:spMk id="5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39:37.310" v="58" actId="478"/>
          <ac:spMkLst>
            <pc:docMk/>
            <pc:sldMk cId="2862497613" sldId="258"/>
            <ac:spMk id="6" creationId="{00000000-0000-0000-0000-000000000000}"/>
          </ac:spMkLst>
        </pc:spChg>
        <pc:spChg chg="del mod">
          <ac:chgData name="Marsha C R Utama Putri - CCO" userId="ce6c694b-f650-4986-94dd-3c7f7bdf1864" providerId="ADAL" clId="{ADC7EE68-D98E-45CC-BFC7-E933A59D0853}" dt="2026-08-07T13:39:35.987" v="57" actId="478"/>
          <ac:spMkLst>
            <pc:docMk/>
            <pc:sldMk cId="2862497613" sldId="258"/>
            <ac:spMk id="7" creationId="{00000000-0000-0000-0000-000000000000}"/>
          </ac:spMkLst>
        </pc:spChg>
        <pc:spChg chg="del mod">
          <ac:chgData name="Marsha C R Utama Putri - CCO" userId="ce6c694b-f650-4986-94dd-3c7f7bdf1864" providerId="ADAL" clId="{ADC7EE68-D98E-45CC-BFC7-E933A59D0853}" dt="2026-08-07T13:39:35.987" v="57" actId="478"/>
          <ac:spMkLst>
            <pc:docMk/>
            <pc:sldMk cId="2862497613" sldId="258"/>
            <ac:spMk id="9" creationId="{00000000-0000-0000-0000-000000000000}"/>
          </ac:spMkLst>
        </pc:spChg>
        <pc:spChg chg="del mod">
          <ac:chgData name="Marsha C R Utama Putri - CCO" userId="ce6c694b-f650-4986-94dd-3c7f7bdf1864" providerId="ADAL" clId="{ADC7EE68-D98E-45CC-BFC7-E933A59D0853}" dt="2026-08-07T13:39:39.837" v="59" actId="478"/>
          <ac:spMkLst>
            <pc:docMk/>
            <pc:sldMk cId="2862497613" sldId="258"/>
            <ac:spMk id="10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9:29.734" v="56" actId="2711"/>
          <ac:spMkLst>
            <pc:docMk/>
            <pc:sldMk cId="2862497613" sldId="258"/>
            <ac:spMk id="11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9:29.734" v="56" actId="2711"/>
          <ac:spMkLst>
            <pc:docMk/>
            <pc:sldMk cId="2862497613" sldId="258"/>
            <ac:spMk id="13" creationId="{669EDF35-072D-9E0A-E760-D004EB32F2B5}"/>
          </ac:spMkLst>
        </pc:spChg>
        <pc:spChg chg="add mod">
          <ac:chgData name="Marsha C R Utama Putri - CCO" userId="ce6c694b-f650-4986-94dd-3c7f7bdf1864" providerId="ADAL" clId="{ADC7EE68-D98E-45CC-BFC7-E933A59D0853}" dt="2026-08-07T13:39:54.136" v="62" actId="1076"/>
          <ac:spMkLst>
            <pc:docMk/>
            <pc:sldMk cId="2862497613" sldId="258"/>
            <ac:spMk id="14" creationId="{547BB504-063E-E8A4-E84C-347B07099AE4}"/>
          </ac:spMkLst>
        </pc:spChg>
        <pc:spChg chg="mod">
          <ac:chgData name="Marsha C R Utama Putri - CCO" userId="ce6c694b-f650-4986-94dd-3c7f7bdf1864" providerId="ADAL" clId="{ADC7EE68-D98E-45CC-BFC7-E933A59D0853}" dt="2026-08-07T13:39:29.734" v="56" actId="2711"/>
          <ac:spMkLst>
            <pc:docMk/>
            <pc:sldMk cId="2862497613" sldId="258"/>
            <ac:spMk id="17" creationId="{F3F1FEA0-EDD0-A414-0B58-9CC742B11B8A}"/>
          </ac:spMkLst>
        </pc:spChg>
        <pc:spChg chg="add mod">
          <ac:chgData name="Marsha C R Utama Putri - CCO" userId="ce6c694b-f650-4986-94dd-3c7f7bdf1864" providerId="ADAL" clId="{ADC7EE68-D98E-45CC-BFC7-E933A59D0853}" dt="2026-08-07T13:39:54.136" v="62" actId="1076"/>
          <ac:spMkLst>
            <pc:docMk/>
            <pc:sldMk cId="2862497613" sldId="258"/>
            <ac:spMk id="18" creationId="{D826132B-57E5-0143-9617-01489B06CB0C}"/>
          </ac:spMkLst>
        </pc:spChg>
        <pc:spChg chg="add mod">
          <ac:chgData name="Marsha C R Utama Putri - CCO" userId="ce6c694b-f650-4986-94dd-3c7f7bdf1864" providerId="ADAL" clId="{ADC7EE68-D98E-45CC-BFC7-E933A59D0853}" dt="2026-08-07T13:39:54.136" v="62" actId="1076"/>
          <ac:spMkLst>
            <pc:docMk/>
            <pc:sldMk cId="2862497613" sldId="258"/>
            <ac:spMk id="20" creationId="{04108B53-0B8D-B5EC-4678-EC969F729E57}"/>
          </ac:spMkLst>
        </pc:spChg>
        <pc:spChg chg="add mod">
          <ac:chgData name="Marsha C R Utama Putri - CCO" userId="ce6c694b-f650-4986-94dd-3c7f7bdf1864" providerId="ADAL" clId="{ADC7EE68-D98E-45CC-BFC7-E933A59D0853}" dt="2026-08-07T13:39:54.136" v="62" actId="1076"/>
          <ac:spMkLst>
            <pc:docMk/>
            <pc:sldMk cId="2862497613" sldId="258"/>
            <ac:spMk id="22" creationId="{76CFE002-EFDF-0985-5CC1-59AEB3F27FE3}"/>
          </ac:spMkLst>
        </pc:spChg>
        <pc:spChg chg="add mod">
          <ac:chgData name="Marsha C R Utama Putri - CCO" userId="ce6c694b-f650-4986-94dd-3c7f7bdf1864" providerId="ADAL" clId="{ADC7EE68-D98E-45CC-BFC7-E933A59D0853}" dt="2026-08-07T13:39:54.136" v="62" actId="1076"/>
          <ac:spMkLst>
            <pc:docMk/>
            <pc:sldMk cId="2862497613" sldId="258"/>
            <ac:spMk id="24" creationId="{D82EC609-9BD3-256D-4DE7-87BB4CE6A6D0}"/>
          </ac:spMkLst>
        </pc:spChg>
        <pc:spChg chg="add mod">
          <ac:chgData name="Marsha C R Utama Putri - CCO" userId="ce6c694b-f650-4986-94dd-3c7f7bdf1864" providerId="ADAL" clId="{ADC7EE68-D98E-45CC-BFC7-E933A59D0853}" dt="2026-08-07T13:39:54.136" v="62" actId="1076"/>
          <ac:spMkLst>
            <pc:docMk/>
            <pc:sldMk cId="2862497613" sldId="258"/>
            <ac:spMk id="26" creationId="{18BB4075-BD30-B5C6-9935-7F509584D116}"/>
          </ac:spMkLst>
        </pc:spChg>
      </pc:sldChg>
      <pc:sldChg chg="addSp delSp modSp mod">
        <pc:chgData name="Marsha C R Utama Putri - CCO" userId="ce6c694b-f650-4986-94dd-3c7f7bdf1864" providerId="ADAL" clId="{ADC7EE68-D98E-45CC-BFC7-E933A59D0853}" dt="2026-08-07T13:40:22.367" v="65" actId="2711"/>
        <pc:sldMkLst>
          <pc:docMk/>
          <pc:sldMk cId="1497347060" sldId="259"/>
        </pc:sldMkLst>
        <pc:spChg chg="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2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15.091" v="63" actId="478"/>
          <ac:spMkLst>
            <pc:docMk/>
            <pc:sldMk cId="1497347060" sldId="259"/>
            <ac:spMk id="3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15.091" v="63" actId="478"/>
          <ac:spMkLst>
            <pc:docMk/>
            <pc:sldMk cId="1497347060" sldId="259"/>
            <ac:spMk id="4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15.091" v="63" actId="478"/>
          <ac:spMkLst>
            <pc:docMk/>
            <pc:sldMk cId="1497347060" sldId="259"/>
            <ac:spMk id="6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15.091" v="63" actId="478"/>
          <ac:spMkLst>
            <pc:docMk/>
            <pc:sldMk cId="1497347060" sldId="259"/>
            <ac:spMk id="7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8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15.091" v="63" actId="478"/>
          <ac:spMkLst>
            <pc:docMk/>
            <pc:sldMk cId="1497347060" sldId="259"/>
            <ac:spMk id="9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15.091" v="63" actId="478"/>
          <ac:spMkLst>
            <pc:docMk/>
            <pc:sldMk cId="1497347060" sldId="259"/>
            <ac:spMk id="10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11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13" creationId="{B4114B12-3DBF-28FD-80C8-EBC7341423F1}"/>
          </ac:spMkLst>
        </pc:spChg>
        <pc:spChg chg="add 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14" creationId="{ED4DE6D9-EE33-7757-C5F3-CF12CB485411}"/>
          </ac:spMkLst>
        </pc:spChg>
        <pc:spChg chg="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17" creationId="{D2DDF690-BED5-0B34-C950-C78ECE891275}"/>
          </ac:spMkLst>
        </pc:spChg>
        <pc:spChg chg="add">
          <ac:chgData name="Marsha C R Utama Putri - CCO" userId="ce6c694b-f650-4986-94dd-3c7f7bdf1864" providerId="ADAL" clId="{ADC7EE68-D98E-45CC-BFC7-E933A59D0853}" dt="2026-08-07T13:40:16.381" v="64" actId="22"/>
          <ac:spMkLst>
            <pc:docMk/>
            <pc:sldMk cId="1497347060" sldId="259"/>
            <ac:spMk id="18" creationId="{0243A762-6526-45D7-EE73-0851D18A708D}"/>
          </ac:spMkLst>
        </pc:spChg>
        <pc:spChg chg="add 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20" creationId="{C916BBFA-520A-6A0C-F307-80E01ACA9A13}"/>
          </ac:spMkLst>
        </pc:spChg>
        <pc:spChg chg="add 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22" creationId="{B20F6E44-F34A-5287-F500-492F070A9EDB}"/>
          </ac:spMkLst>
        </pc:spChg>
        <pc:spChg chg="add 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24" creationId="{36F1A8C2-0154-E537-0C95-544FD1019C60}"/>
          </ac:spMkLst>
        </pc:spChg>
        <pc:spChg chg="add mod">
          <ac:chgData name="Marsha C R Utama Putri - CCO" userId="ce6c694b-f650-4986-94dd-3c7f7bdf1864" providerId="ADAL" clId="{ADC7EE68-D98E-45CC-BFC7-E933A59D0853}" dt="2026-08-07T13:40:22.367" v="65" actId="2711"/>
          <ac:spMkLst>
            <pc:docMk/>
            <pc:sldMk cId="1497347060" sldId="259"/>
            <ac:spMk id="26" creationId="{2B55D12D-DA3E-C7B7-B061-2D7CAD7D6924}"/>
          </ac:spMkLst>
        </pc:spChg>
      </pc:sldChg>
      <pc:sldChg chg="addSp delSp modSp mod">
        <pc:chgData name="Marsha C R Utama Putri - CCO" userId="ce6c694b-f650-4986-94dd-3c7f7bdf1864" providerId="ADAL" clId="{ADC7EE68-D98E-45CC-BFC7-E933A59D0853}" dt="2026-08-07T13:40:42.971" v="68" actId="2711"/>
        <pc:sldMkLst>
          <pc:docMk/>
          <pc:sldMk cId="3216350897" sldId="260"/>
        </pc:sldMkLst>
        <pc:spChg chg="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2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36.125" v="66" actId="478"/>
          <ac:spMkLst>
            <pc:docMk/>
            <pc:sldMk cId="3216350897" sldId="260"/>
            <ac:spMk id="3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36.125" v="66" actId="478"/>
          <ac:spMkLst>
            <pc:docMk/>
            <pc:sldMk cId="3216350897" sldId="260"/>
            <ac:spMk id="4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36.125" v="66" actId="478"/>
          <ac:spMkLst>
            <pc:docMk/>
            <pc:sldMk cId="3216350897" sldId="260"/>
            <ac:spMk id="6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36.125" v="66" actId="478"/>
          <ac:spMkLst>
            <pc:docMk/>
            <pc:sldMk cId="3216350897" sldId="260"/>
            <ac:spMk id="7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8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36.125" v="66" actId="478"/>
          <ac:spMkLst>
            <pc:docMk/>
            <pc:sldMk cId="3216350897" sldId="260"/>
            <ac:spMk id="9" creationId="{00000000-0000-0000-0000-000000000000}"/>
          </ac:spMkLst>
        </pc:spChg>
        <pc:spChg chg="del">
          <ac:chgData name="Marsha C R Utama Putri - CCO" userId="ce6c694b-f650-4986-94dd-3c7f7bdf1864" providerId="ADAL" clId="{ADC7EE68-D98E-45CC-BFC7-E933A59D0853}" dt="2026-08-07T13:40:36.125" v="66" actId="478"/>
          <ac:spMkLst>
            <pc:docMk/>
            <pc:sldMk cId="3216350897" sldId="260"/>
            <ac:spMk id="10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11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13" creationId="{798C0257-5CB9-994C-3DD2-79D0B87C43DD}"/>
          </ac:spMkLst>
        </pc:spChg>
        <pc:spChg chg="add 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14" creationId="{A2460EBB-9B34-217D-52DD-011359C170DB}"/>
          </ac:spMkLst>
        </pc:spChg>
        <pc:spChg chg="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15" creationId="{E5D60E9C-B3B6-BD59-7800-396ABEF80B64}"/>
          </ac:spMkLst>
        </pc:spChg>
        <pc:spChg chg="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17" creationId="{E70088D3-3765-DBDC-57F0-B3692CE9B6BF}"/>
          </ac:spMkLst>
        </pc:spChg>
        <pc:spChg chg="add 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18" creationId="{39BC08F0-B2A5-5B46-0022-593B0D62D3B5}"/>
          </ac:spMkLst>
        </pc:spChg>
        <pc:spChg chg="add">
          <ac:chgData name="Marsha C R Utama Putri - CCO" userId="ce6c694b-f650-4986-94dd-3c7f7bdf1864" providerId="ADAL" clId="{ADC7EE68-D98E-45CC-BFC7-E933A59D0853}" dt="2026-08-07T13:40:37.167" v="67" actId="22"/>
          <ac:spMkLst>
            <pc:docMk/>
            <pc:sldMk cId="3216350897" sldId="260"/>
            <ac:spMk id="20" creationId="{A27A0973-3D16-424D-FDCC-1D3E2A709B92}"/>
          </ac:spMkLst>
        </pc:spChg>
        <pc:spChg chg="add 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22" creationId="{4D4D9687-A44D-9170-F95D-74C21A353EE1}"/>
          </ac:spMkLst>
        </pc:spChg>
        <pc:spChg chg="add mod">
          <ac:chgData name="Marsha C R Utama Putri - CCO" userId="ce6c694b-f650-4986-94dd-3c7f7bdf1864" providerId="ADAL" clId="{ADC7EE68-D98E-45CC-BFC7-E933A59D0853}" dt="2026-08-07T13:40:42.971" v="68" actId="2711"/>
          <ac:spMkLst>
            <pc:docMk/>
            <pc:sldMk cId="3216350897" sldId="260"/>
            <ac:spMk id="24" creationId="{BF7B1B53-2271-2101-C0EF-41C4E8728DAC}"/>
          </ac:spMkLst>
        </pc:spChg>
        <pc:spChg chg="add">
          <ac:chgData name="Marsha C R Utama Putri - CCO" userId="ce6c694b-f650-4986-94dd-3c7f7bdf1864" providerId="ADAL" clId="{ADC7EE68-D98E-45CC-BFC7-E933A59D0853}" dt="2026-08-07T13:40:37.167" v="67" actId="22"/>
          <ac:spMkLst>
            <pc:docMk/>
            <pc:sldMk cId="3216350897" sldId="260"/>
            <ac:spMk id="26" creationId="{43960BA8-88A2-2296-BB07-18CDD3CC34EB}"/>
          </ac:spMkLst>
        </pc:spChg>
      </pc:sldChg>
      <pc:sldChg chg="modSp mod">
        <pc:chgData name="Marsha C R Utama Putri - CCO" userId="ce6c694b-f650-4986-94dd-3c7f7bdf1864" providerId="ADAL" clId="{ADC7EE68-D98E-45CC-BFC7-E933A59D0853}" dt="2026-08-07T13:37:59.265" v="25" actId="1076"/>
        <pc:sldMkLst>
          <pc:docMk/>
          <pc:sldMk cId="1205411230" sldId="269"/>
        </pc:sldMkLst>
        <pc:spChg chg="mod">
          <ac:chgData name="Marsha C R Utama Putri - CCO" userId="ce6c694b-f650-4986-94dd-3c7f7bdf1864" providerId="ADAL" clId="{ADC7EE68-D98E-45CC-BFC7-E933A59D0853}" dt="2026-08-07T13:37:46.509" v="12" actId="2711"/>
          <ac:spMkLst>
            <pc:docMk/>
            <pc:sldMk cId="1205411230" sldId="269"/>
            <ac:spMk id="2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46.509" v="12" actId="2711"/>
          <ac:spMkLst>
            <pc:docMk/>
            <pc:sldMk cId="1205411230" sldId="269"/>
            <ac:spMk id="3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46.509" v="12" actId="2711"/>
          <ac:spMkLst>
            <pc:docMk/>
            <pc:sldMk cId="1205411230" sldId="269"/>
            <ac:spMk id="5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46.509" v="12" actId="2711"/>
          <ac:spMkLst>
            <pc:docMk/>
            <pc:sldMk cId="1205411230" sldId="269"/>
            <ac:spMk id="6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46.509" v="12" actId="2711"/>
          <ac:spMkLst>
            <pc:docMk/>
            <pc:sldMk cId="1205411230" sldId="269"/>
            <ac:spMk id="8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46.509" v="12" actId="2711"/>
          <ac:spMkLst>
            <pc:docMk/>
            <pc:sldMk cId="1205411230" sldId="269"/>
            <ac:spMk id="9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46.509" v="12" actId="2711"/>
          <ac:spMkLst>
            <pc:docMk/>
            <pc:sldMk cId="1205411230" sldId="269"/>
            <ac:spMk id="12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55.290" v="24" actId="1035"/>
          <ac:spMkLst>
            <pc:docMk/>
            <pc:sldMk cId="1205411230" sldId="269"/>
            <ac:spMk id="14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55.290" v="24" actId="1035"/>
          <ac:spMkLst>
            <pc:docMk/>
            <pc:sldMk cId="1205411230" sldId="269"/>
            <ac:spMk id="15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46.509" v="12" actId="2711"/>
          <ac:spMkLst>
            <pc:docMk/>
            <pc:sldMk cId="1205411230" sldId="269"/>
            <ac:spMk id="17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55.290" v="24" actId="1035"/>
          <ac:spMkLst>
            <pc:docMk/>
            <pc:sldMk cId="1205411230" sldId="269"/>
            <ac:spMk id="18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55.290" v="24" actId="1035"/>
          <ac:spMkLst>
            <pc:docMk/>
            <pc:sldMk cId="1205411230" sldId="269"/>
            <ac:spMk id="19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55.290" v="24" actId="1035"/>
          <ac:spMkLst>
            <pc:docMk/>
            <pc:sldMk cId="1205411230" sldId="269"/>
            <ac:spMk id="22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55.290" v="24" actId="1035"/>
          <ac:spMkLst>
            <pc:docMk/>
            <pc:sldMk cId="1205411230" sldId="269"/>
            <ac:spMk id="23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55.290" v="24" actId="1035"/>
          <ac:spMkLst>
            <pc:docMk/>
            <pc:sldMk cId="1205411230" sldId="269"/>
            <ac:spMk id="26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55.290" v="24" actId="1035"/>
          <ac:spMkLst>
            <pc:docMk/>
            <pc:sldMk cId="1205411230" sldId="269"/>
            <ac:spMk id="27" creationId="{00000000-0000-0000-0000-000000000000}"/>
          </ac:spMkLst>
        </pc:spChg>
        <pc:spChg chg="mod">
          <ac:chgData name="Marsha C R Utama Putri - CCO" userId="ce6c694b-f650-4986-94dd-3c7f7bdf1864" providerId="ADAL" clId="{ADC7EE68-D98E-45CC-BFC7-E933A59D0853}" dt="2026-08-07T13:37:59.265" v="25" actId="1076"/>
          <ac:spMkLst>
            <pc:docMk/>
            <pc:sldMk cId="1205411230" sldId="269"/>
            <ac:spMk id="28" creationId="{00000000-0000-0000-0000-000000000000}"/>
          </ac:spMkLst>
        </pc:spChg>
      </pc:sldChg>
    </pc:docChg>
  </pc:docChgLst>
  <pc:docChgLst>
    <pc:chgData name="Faizha Adhania Salsabila Yuantri - Internship" userId="S::faizha.yuantri@capcx.com::6c642754-1052-4fc3-ac12-becd95650b78" providerId="AD" clId="Web-{85CD6233-B8AE-4048-0AEE-DA64853327DF}"/>
    <pc:docChg chg="addSld delSld modSld sldOrd">
      <pc:chgData name="Faizha Adhania Salsabila Yuantri - Internship" userId="S::faizha.yuantri@capcx.com::6c642754-1052-4fc3-ac12-becd95650b78" providerId="AD" clId="Web-{85CD6233-B8AE-4048-0AEE-DA64853327DF}" dt="2026-08-06T04:13:06.372" v="94"/>
      <pc:docMkLst>
        <pc:docMk/>
      </pc:docMkLst>
      <pc:sldChg chg="del">
        <pc:chgData name="Faizha Adhania Salsabila Yuantri - Internship" userId="S::faizha.yuantri@capcx.com::6c642754-1052-4fc3-ac12-becd95650b78" providerId="AD" clId="Web-{85CD6233-B8AE-4048-0AEE-DA64853327DF}" dt="2026-08-06T03:21:21.623" v="9"/>
        <pc:sldMkLst>
          <pc:docMk/>
          <pc:sldMk cId="109857222" sldId="256"/>
        </pc:sldMkLst>
      </pc:sldChg>
      <pc:sldChg chg="addSp delSp modSp add">
        <pc:chgData name="Faizha Adhania Salsabila Yuantri - Internship" userId="S::faizha.yuantri@capcx.com::6c642754-1052-4fc3-ac12-becd95650b78" providerId="AD" clId="Web-{85CD6233-B8AE-4048-0AEE-DA64853327DF}" dt="2026-08-06T04:12:57.262" v="91" actId="14100"/>
        <pc:sldMkLst>
          <pc:docMk/>
          <pc:sldMk cId="483142575" sldId="257"/>
        </pc:sldMkLst>
        <pc:spChg chg="add del mod">
          <ac:chgData name="Faizha Adhania Salsabila Yuantri - Internship" userId="S::faizha.yuantri@capcx.com::6c642754-1052-4fc3-ac12-becd95650b78" providerId="AD" clId="Web-{85CD6233-B8AE-4048-0AEE-DA64853327DF}" dt="2026-08-06T04:01:49.564" v="16"/>
          <ac:spMkLst>
            <pc:docMk/>
            <pc:sldMk cId="483142575" sldId="257"/>
            <ac:spMk id="12" creationId="{06B1A261-0E78-AE5A-90C1-7DF6C2B74F5E}"/>
          </ac:spMkLst>
        </pc:spChg>
        <pc:spChg chg="del">
          <ac:chgData name="Faizha Adhania Salsabila Yuantri - Internship" userId="S::faizha.yuantri@capcx.com::6c642754-1052-4fc3-ac12-becd95650b78" providerId="AD" clId="Web-{85CD6233-B8AE-4048-0AEE-DA64853327DF}" dt="2026-08-06T03:21:38.951" v="11"/>
          <ac:spMkLst>
            <pc:docMk/>
            <pc:sldMk cId="483142575" sldId="257"/>
            <ac:spMk id="12" creationId="{8736256E-A20B-5DCE-1F53-48CD2A25F097}"/>
          </ac:spMkLst>
        </pc:spChg>
        <pc:spChg chg="add mod">
          <ac:chgData name="Faizha Adhania Salsabila Yuantri - Internship" userId="S::faizha.yuantri@capcx.com::6c642754-1052-4fc3-ac12-becd95650b78" providerId="AD" clId="Web-{85CD6233-B8AE-4048-0AEE-DA64853327DF}" dt="2026-08-06T04:02:34.284" v="24" actId="1076"/>
          <ac:spMkLst>
            <pc:docMk/>
            <pc:sldMk cId="483142575" sldId="257"/>
            <ac:spMk id="13" creationId="{ABF7412D-DDE7-F6D0-F7A5-39D54D004E02}"/>
          </ac:spMkLst>
        </pc:spChg>
        <pc:spChg chg="add mod">
          <ac:chgData name="Faizha Adhania Salsabila Yuantri - Internship" userId="S::faizha.yuantri@capcx.com::6c642754-1052-4fc3-ac12-becd95650b78" providerId="AD" clId="Web-{85CD6233-B8AE-4048-0AEE-DA64853327DF}" dt="2026-08-06T04:02:51.910" v="31" actId="20577"/>
          <ac:spMkLst>
            <pc:docMk/>
            <pc:sldMk cId="483142575" sldId="257"/>
            <ac:spMk id="14" creationId="{753642E4-3ED2-191B-01E5-983F9437A897}"/>
          </ac:spMkLst>
        </pc:spChg>
        <pc:spChg chg="add mod">
          <ac:chgData name="Faizha Adhania Salsabila Yuantri - Internship" userId="S::faizha.yuantri@capcx.com::6c642754-1052-4fc3-ac12-becd95650b78" providerId="AD" clId="Web-{85CD6233-B8AE-4048-0AEE-DA64853327DF}" dt="2026-08-06T04:12:57.262" v="91" actId="14100"/>
          <ac:spMkLst>
            <pc:docMk/>
            <pc:sldMk cId="483142575" sldId="257"/>
            <ac:spMk id="15" creationId="{EE4310AB-0C0F-480B-8F5D-C7FA7D1B4F28}"/>
          </ac:spMkLst>
        </pc:spChg>
      </pc:sldChg>
      <pc:sldChg chg="addSp modSp add">
        <pc:chgData name="Faizha Adhania Salsabila Yuantri - Internship" userId="S::faizha.yuantri@capcx.com::6c642754-1052-4fc3-ac12-becd95650b78" providerId="AD" clId="Web-{85CD6233-B8AE-4048-0AEE-DA64853327DF}" dt="2026-08-06T04:13:01.106" v="92"/>
        <pc:sldMkLst>
          <pc:docMk/>
          <pc:sldMk cId="2862497613" sldId="258"/>
        </pc:sldMkLst>
        <pc:spChg chg="add mod">
          <ac:chgData name="Faizha Adhania Salsabila Yuantri - Internship" userId="S::faizha.yuantri@capcx.com::6c642754-1052-4fc3-ac12-becd95650b78" providerId="AD" clId="Web-{85CD6233-B8AE-4048-0AEE-DA64853327DF}" dt="2026-08-06T04:05:37.932" v="54" actId="14100"/>
          <ac:spMkLst>
            <pc:docMk/>
            <pc:sldMk cId="2862497613" sldId="258"/>
            <ac:spMk id="13" creationId="{669EDF35-072D-9E0A-E760-D004EB32F2B5}"/>
          </ac:spMkLst>
        </pc:spChg>
        <pc:spChg chg="add mod">
          <ac:chgData name="Faizha Adhania Salsabila Yuantri - Internship" userId="S::faizha.yuantri@capcx.com::6c642754-1052-4fc3-ac12-becd95650b78" providerId="AD" clId="Web-{85CD6233-B8AE-4048-0AEE-DA64853327DF}" dt="2026-08-06T04:05:47.495" v="55" actId="14100"/>
          <ac:spMkLst>
            <pc:docMk/>
            <pc:sldMk cId="2862497613" sldId="258"/>
            <ac:spMk id="15" creationId="{C343A834-36E3-1461-0483-C10611A94D2D}"/>
          </ac:spMkLst>
        </pc:spChg>
        <pc:spChg chg="add">
          <ac:chgData name="Faizha Adhania Salsabila Yuantri - Internship" userId="S::faizha.yuantri@capcx.com::6c642754-1052-4fc3-ac12-becd95650b78" providerId="AD" clId="Web-{85CD6233-B8AE-4048-0AEE-DA64853327DF}" dt="2026-08-06T04:13:01.106" v="92"/>
          <ac:spMkLst>
            <pc:docMk/>
            <pc:sldMk cId="2862497613" sldId="258"/>
            <ac:spMk id="17" creationId="{F3F1FEA0-EDD0-A414-0B58-9CC742B11B8A}"/>
          </ac:spMkLst>
        </pc:spChg>
      </pc:sldChg>
      <pc:sldChg chg="addSp modSp add">
        <pc:chgData name="Faizha Adhania Salsabila Yuantri - Internship" userId="S::faizha.yuantri@capcx.com::6c642754-1052-4fc3-ac12-becd95650b78" providerId="AD" clId="Web-{85CD6233-B8AE-4048-0AEE-DA64853327DF}" dt="2026-08-06T04:13:04.294" v="93"/>
        <pc:sldMkLst>
          <pc:docMk/>
          <pc:sldMk cId="1497347060" sldId="259"/>
        </pc:sldMkLst>
        <pc:spChg chg="add mod">
          <ac:chgData name="Faizha Adhania Salsabila Yuantri - Internship" userId="S::faizha.yuantri@capcx.com::6c642754-1052-4fc3-ac12-becd95650b78" providerId="AD" clId="Web-{85CD6233-B8AE-4048-0AEE-DA64853327DF}" dt="2026-08-06T04:09:31.988" v="69" actId="20577"/>
          <ac:spMkLst>
            <pc:docMk/>
            <pc:sldMk cId="1497347060" sldId="259"/>
            <ac:spMk id="13" creationId="{B4114B12-3DBF-28FD-80C8-EBC7341423F1}"/>
          </ac:spMkLst>
        </pc:spChg>
        <pc:spChg chg="add mod">
          <ac:chgData name="Faizha Adhania Salsabila Yuantri - Internship" userId="S::faizha.yuantri@capcx.com::6c642754-1052-4fc3-ac12-becd95650b78" providerId="AD" clId="Web-{85CD6233-B8AE-4048-0AEE-DA64853327DF}" dt="2026-08-06T04:09:14.035" v="66" actId="20577"/>
          <ac:spMkLst>
            <pc:docMk/>
            <pc:sldMk cId="1497347060" sldId="259"/>
            <ac:spMk id="15" creationId="{CCCC89FD-3C21-F670-B226-429AB72B1EB5}"/>
          </ac:spMkLst>
        </pc:spChg>
        <pc:spChg chg="add">
          <ac:chgData name="Faizha Adhania Salsabila Yuantri - Internship" userId="S::faizha.yuantri@capcx.com::6c642754-1052-4fc3-ac12-becd95650b78" providerId="AD" clId="Web-{85CD6233-B8AE-4048-0AEE-DA64853327DF}" dt="2026-08-06T04:13:04.294" v="93"/>
          <ac:spMkLst>
            <pc:docMk/>
            <pc:sldMk cId="1497347060" sldId="259"/>
            <ac:spMk id="17" creationId="{D2DDF690-BED5-0B34-C950-C78ECE891275}"/>
          </ac:spMkLst>
        </pc:spChg>
      </pc:sldChg>
      <pc:sldChg chg="addSp modSp add">
        <pc:chgData name="Faizha Adhania Salsabila Yuantri - Internship" userId="S::faizha.yuantri@capcx.com::6c642754-1052-4fc3-ac12-becd95650b78" providerId="AD" clId="Web-{85CD6233-B8AE-4048-0AEE-DA64853327DF}" dt="2026-08-06T04:13:06.372" v="94"/>
        <pc:sldMkLst>
          <pc:docMk/>
          <pc:sldMk cId="3216350897" sldId="260"/>
        </pc:sldMkLst>
        <pc:spChg chg="add mod">
          <ac:chgData name="Faizha Adhania Salsabila Yuantri - Internship" userId="S::faizha.yuantri@capcx.com::6c642754-1052-4fc3-ac12-becd95650b78" providerId="AD" clId="Web-{85CD6233-B8AE-4048-0AEE-DA64853327DF}" dt="2026-08-06T04:11:27.352" v="78" actId="20577"/>
          <ac:spMkLst>
            <pc:docMk/>
            <pc:sldMk cId="3216350897" sldId="260"/>
            <ac:spMk id="13" creationId="{798C0257-5CB9-994C-3DD2-79D0B87C43DD}"/>
          </ac:spMkLst>
        </pc:spChg>
        <pc:spChg chg="add mod">
          <ac:chgData name="Faizha Adhania Salsabila Yuantri - Internship" userId="S::faizha.yuantri@capcx.com::6c642754-1052-4fc3-ac12-becd95650b78" providerId="AD" clId="Web-{85CD6233-B8AE-4048-0AEE-DA64853327DF}" dt="2026-08-06T04:10:57.679" v="75" actId="20577"/>
          <ac:spMkLst>
            <pc:docMk/>
            <pc:sldMk cId="3216350897" sldId="260"/>
            <ac:spMk id="15" creationId="{E5D60E9C-B3B6-BD59-7800-396ABEF80B64}"/>
          </ac:spMkLst>
        </pc:spChg>
        <pc:spChg chg="add">
          <ac:chgData name="Faizha Adhania Salsabila Yuantri - Internship" userId="S::faizha.yuantri@capcx.com::6c642754-1052-4fc3-ac12-becd95650b78" providerId="AD" clId="Web-{85CD6233-B8AE-4048-0AEE-DA64853327DF}" dt="2026-08-06T04:13:06.372" v="94"/>
          <ac:spMkLst>
            <pc:docMk/>
            <pc:sldMk cId="3216350897" sldId="260"/>
            <ac:spMk id="17" creationId="{E70088D3-3765-DBDC-57F0-B3692CE9B6BF}"/>
          </ac:spMkLst>
        </pc:spChg>
      </pc:sldChg>
      <pc:sldChg chg="add del ord">
        <pc:chgData name="Faizha Adhania Salsabila Yuantri - Internship" userId="S::faizha.yuantri@capcx.com::6c642754-1052-4fc3-ac12-becd95650b78" providerId="AD" clId="Web-{85CD6233-B8AE-4048-0AEE-DA64853327DF}" dt="2026-08-06T02:38:15.818" v="3"/>
        <pc:sldMkLst>
          <pc:docMk/>
          <pc:sldMk cId="1784137263" sldId="267"/>
        </pc:sldMkLst>
      </pc:sldChg>
      <pc:sldChg chg="add del">
        <pc:chgData name="Faizha Adhania Salsabila Yuantri - Internship" userId="S::faizha.yuantri@capcx.com::6c642754-1052-4fc3-ac12-becd95650b78" providerId="AD" clId="Web-{85CD6233-B8AE-4048-0AEE-DA64853327DF}" dt="2026-08-06T03:21:21.639" v="10"/>
        <pc:sldMkLst>
          <pc:docMk/>
          <pc:sldMk cId="1235596174" sldId="268"/>
        </pc:sldMkLst>
      </pc:sldChg>
      <pc:sldChg chg="add">
        <pc:chgData name="Faizha Adhania Salsabila Yuantri - Internship" userId="S::faizha.yuantri@capcx.com::6c642754-1052-4fc3-ac12-becd95650b78" providerId="AD" clId="Web-{85CD6233-B8AE-4048-0AEE-DA64853327DF}" dt="2026-08-06T03:21:17.467" v="4"/>
        <pc:sldMkLst>
          <pc:docMk/>
          <pc:sldMk cId="1205411230" sldId="269"/>
        </pc:sldMkLst>
      </pc:sldChg>
      <pc:sldMasterChg chg="addSldLayout">
        <pc:chgData name="Faizha Adhania Salsabila Yuantri - Internship" userId="S::faizha.yuantri@capcx.com::6c642754-1052-4fc3-ac12-becd95650b78" providerId="AD" clId="Web-{85CD6233-B8AE-4048-0AEE-DA64853327DF}" dt="2026-08-06T02:25:47.165" v="0"/>
        <pc:sldMasterMkLst>
          <pc:docMk/>
          <pc:sldMasterMk cId="2460954070" sldId="2147483660"/>
        </pc:sldMasterMkLst>
        <pc:sldLayoutChg chg="add">
          <pc:chgData name="Faizha Adhania Salsabila Yuantri - Internship" userId="S::faizha.yuantri@capcx.com::6c642754-1052-4fc3-ac12-becd95650b78" providerId="AD" clId="Web-{85CD6233-B8AE-4048-0AEE-DA64853327DF}" dt="2026-08-06T02:25:47.165" v="0"/>
          <pc:sldLayoutMkLst>
            <pc:docMk/>
            <pc:sldMasterMk cId="2460954070" sldId="2147483660"/>
            <pc:sldLayoutMk cId="2368859795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620DB-B586-4C14-8AAF-8F941615898D}" type="datetimeFigureOut"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AF5E4-9BF0-4308-9359-814938C66B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[Sources]
Content derived from user-provided case description. 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85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Case 2: Intelligent Manufacturing Dashboard</a:t>
            </a:r>
            <a:endParaRPr lang="en-US" sz="11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3B6F"/>
                </a:solidFill>
                <a:latin typeface="Plus Jakarta Sans" pitchFamily="2" charset="0"/>
                <a:cs typeface="Plus Jakarta Sans" pitchFamily="2" charset="0"/>
              </a:rPr>
              <a:t>Unified Dashboard, AI Insight &amp; Action Hub</a:t>
            </a:r>
            <a:endParaRPr lang="en-US" sz="22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502920"/>
          </a:xfrm>
          <a:prstGeom prst="rect">
            <a:avLst/>
          </a:prstGeom>
          <a:solidFill>
            <a:srgbClr val="0070B8"/>
          </a:solidFill>
          <a:ln w="12700">
            <a:solidFill>
              <a:srgbClr val="0070B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377440" y="822960"/>
            <a:ext cx="923544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418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Data Source</a:t>
            </a:r>
            <a:endParaRPr lang="en-US" sz="16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60320" y="941832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Production, Downtime, Equipment, Incident, Engineering, Energy &amp; HSE Data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2011680" cy="502920"/>
          </a:xfrm>
          <a:prstGeom prst="rect">
            <a:avLst/>
          </a:prstGeom>
          <a:solidFill>
            <a:srgbClr val="0070B8"/>
          </a:solidFill>
          <a:ln w="12700">
            <a:solidFill>
              <a:srgbClr val="0070B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1344168"/>
            <a:ext cx="923544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Purpose</a:t>
            </a:r>
            <a:endParaRPr lang="en-US" sz="16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Integrate fragmented manufacturing data, identify root causes, prioritize alerts, and track actions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2560320" cy="4572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0848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Data Foundation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0352" y="24963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Data source mapping</a:t>
            </a:r>
            <a:endParaRPr lang="en-US" sz="1200" dirty="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KPI harmonization</a:t>
            </a:r>
            <a:endParaRPr lang="en-US" sz="1200" dirty="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Governed data model</a:t>
            </a:r>
            <a:endParaRPr lang="en-US" sz="12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3685032"/>
            <a:ext cx="2103120" cy="365760"/>
          </a:xfrm>
          <a:prstGeom prst="chevron">
            <a:avLst/>
          </a:prstGeom>
          <a:solidFill>
            <a:srgbClr val="0070B8"/>
          </a:solidFill>
          <a:ln w="12700">
            <a:solidFill>
              <a:srgbClr val="0070B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83280" y="1965960"/>
            <a:ext cx="2560320" cy="4572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29000" y="20848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Single Pane of Glass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47872" y="24963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Executive KPI view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Energy &amp; production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Downtime &amp; emission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520440" y="3685032"/>
            <a:ext cx="2103120" cy="365760"/>
          </a:xfrm>
          <a:prstGeom prst="chevron">
            <a:avLst/>
          </a:prstGeom>
          <a:solidFill>
            <a:srgbClr val="0070B8"/>
          </a:solidFill>
          <a:ln w="12700">
            <a:solidFill>
              <a:srgbClr val="0070B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1965960"/>
            <a:ext cx="2560320" cy="4572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46520" y="20848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AI Root Cause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65392" y="24963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Similar incident retrieval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Pattern detection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Probable root cause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37960" y="3685032"/>
            <a:ext cx="2103120" cy="365760"/>
          </a:xfrm>
          <a:prstGeom prst="chevron">
            <a:avLst/>
          </a:prstGeom>
          <a:solidFill>
            <a:srgbClr val="0070B8"/>
          </a:solidFill>
          <a:ln w="12700">
            <a:solidFill>
              <a:srgbClr val="0070B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418320" y="1965960"/>
            <a:ext cx="2560320" cy="4572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64040" y="20848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Action Recommendation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82912" y="24963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Priority alerts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Owner assignment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latin typeface="Plus Jakarta Sans" pitchFamily="2" charset="0"/>
                <a:cs typeface="Plus Jakarta Sans" pitchFamily="2" charset="0"/>
              </a:rPr>
              <a:t>• Progress tracking</a:t>
            </a:r>
            <a:endParaRPr lang="en-US" sz="12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555480" y="3685032"/>
            <a:ext cx="2103120" cy="365760"/>
          </a:xfrm>
          <a:prstGeom prst="chevron">
            <a:avLst/>
          </a:prstGeom>
          <a:solidFill>
            <a:srgbClr val="0070B8"/>
          </a:solidFill>
          <a:ln w="12700">
            <a:solidFill>
              <a:srgbClr val="0070B8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6680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B6F"/>
                </a:solidFill>
                <a:latin typeface="Plus Jakarta Sans" pitchFamily="2" charset="0"/>
                <a:cs typeface="Plus Jakarta Sans" pitchFamily="2" charset="0"/>
              </a:rPr>
              <a:t>One governed platform connects data → delivers insights → explains root causes → drives accountable actions for faster and safer decision-making.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41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4F6C"/>
                </a:solidFill>
                <a:latin typeface="Plus Jakarta Sans" pitchFamily="2" charset="0"/>
                <a:cs typeface="Plus Jakarta Sans" pitchFamily="2" charset="0"/>
              </a:rPr>
              <a:t>Equipment Performance</a:t>
            </a:r>
            <a:endParaRPr lang="en-US" sz="2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What it shows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Condition monitoring records (vibration, seal flush, pressure, bearing temperature)</a:t>
            </a:r>
            <a:endParaRPr lang="en-US" sz="1400" dirty="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Weekly health status: Normal → Alarm → Trip → Recovery</a:t>
            </a:r>
            <a:endParaRPr lang="en-US" sz="1400" dirty="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KPIs: Availability, MTBF, MTTR, Downtime, PM Compliance, Production Loss</a:t>
            </a:r>
            <a:endParaRPr lang="en-US" sz="14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1122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What it can extract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Degradation trends &amp; time-to-failure signatures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Reliability metrics per asset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Alarm/trip breaches and failure onset points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411480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How it is useful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Early failure detection &amp; predictive maintenance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Asset health scoring &amp; benchmarking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Connects condition data to downtime and cost impact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ABF7412D-DDE7-F6D0-F7A5-39D54D004E02}"/>
              </a:ext>
            </a:extLst>
          </p:cNvPr>
          <p:cNvSpPr/>
          <p:nvPr/>
        </p:nvSpPr>
        <p:spPr>
          <a:xfrm>
            <a:off x="7552714" y="4665453"/>
            <a:ext cx="3736387" cy="8425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Insight</a:t>
            </a:r>
            <a:endParaRPr lang="en-US" sz="1100">
              <a:latin typeface="Plus Jakarta Sans" pitchFamily="2" charset="0"/>
              <a:cs typeface="Plus Jakarta Sans" pitchFamily="2" charset="0"/>
            </a:endParaRPr>
          </a:p>
          <a:p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Condition-monitoring data showed early warning signs before failure, enabling predictive maintenance to prevent unplanned shutdowns and improve asset reliability.</a:t>
            </a:r>
            <a:endParaRPr lang="en-US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753642E4-3ED2-191B-01E5-983F9437A897}"/>
              </a:ext>
            </a:extLst>
          </p:cNvPr>
          <p:cNvSpPr/>
          <p:nvPr/>
        </p:nvSpPr>
        <p:spPr>
          <a:xfrm>
            <a:off x="7552713" y="3687792"/>
            <a:ext cx="3736387" cy="8425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Highlight</a:t>
            </a:r>
            <a:endParaRPr lang="en-US">
              <a:latin typeface="Plus Jakarta Sans" pitchFamily="2" charset="0"/>
              <a:cs typeface="Plus Jakarta Sans" pitchFamily="2" charset="0"/>
            </a:endParaRPr>
          </a:p>
          <a:p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Asset degradation caused most critical failures, resulting in downtime, production loss, and financial impact.</a:t>
            </a:r>
            <a:endParaRPr lang="en-US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4310AB-0C0F-480B-8F5D-C7FA7D1B4F28}"/>
              </a:ext>
            </a:extLst>
          </p:cNvPr>
          <p:cNvSpPr/>
          <p:nvPr/>
        </p:nvSpPr>
        <p:spPr>
          <a:xfrm>
            <a:off x="7327721" y="3187563"/>
            <a:ext cx="4272346" cy="2793844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lus Jakarta Sans" pitchFamily="2" charset="0"/>
              <a:cs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142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4F6C"/>
                </a:solidFill>
                <a:latin typeface="Plus Jakarta Sans" pitchFamily="2" charset="0"/>
                <a:cs typeface="Plus Jakarta Sans" pitchFamily="2" charset="0"/>
              </a:rPr>
              <a:t>Incident Database</a:t>
            </a:r>
            <a:endParaRPr lang="en-US" sz="2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Risk incidents with downtime, loss and risk score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Incident attributes, failure mechanisms, RCA/CAPA status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Dashboard by plant, discipline and equipment type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Failure frequency, downtime and loss patterns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Bad actor assets &amp; recurring failures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RCA/CAPA progress and risk closure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Prioritize high-risk equipment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Support reliability analytics and loss reduction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Link incidents, RCA and corrective actions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669EDF35-072D-9E0A-E760-D004EB32F2B5}"/>
              </a:ext>
            </a:extLst>
          </p:cNvPr>
          <p:cNvSpPr/>
          <p:nvPr/>
        </p:nvSpPr>
        <p:spPr>
          <a:xfrm>
            <a:off x="7552714" y="4665453"/>
            <a:ext cx="3736387" cy="1144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Insight</a:t>
            </a:r>
            <a:endParaRPr lang="en-US" sz="1100">
              <a:latin typeface="Plus Jakarta Sans" pitchFamily="2" charset="0"/>
              <a:cs typeface="Plus Jakarta Sans" pitchFamily="2" charset="0"/>
            </a:endParaRPr>
          </a:p>
          <a:p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Incident history combined with RCA/CAPA records enables AI to identify recurring failure patterns, prioritize high-risk assets, and recommend preventive actions to reduce future downtime and losses.</a:t>
            </a:r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C343A834-36E3-1461-0483-C10611A94D2D}"/>
              </a:ext>
            </a:extLst>
          </p:cNvPr>
          <p:cNvSpPr/>
          <p:nvPr/>
        </p:nvSpPr>
        <p:spPr>
          <a:xfrm>
            <a:off x="7552713" y="3429000"/>
            <a:ext cx="3736387" cy="1101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Highlight</a:t>
            </a:r>
            <a:endParaRPr lang="en-US">
              <a:latin typeface="Plus Jakarta Sans" pitchFamily="2" charset="0"/>
              <a:cs typeface="Plus Jakarta Sans" pitchFamily="2" charset="0"/>
            </a:endParaRPr>
          </a:p>
          <a:p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380 incidents caused </a:t>
            </a:r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2,261 hours downtime</a:t>
            </a:r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 and </a:t>
            </a:r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US$67.2M losses</a:t>
            </a:r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, primarily driven by recurring equipment failures such as bearing damage, seal leakage, fouling, and vibration-related issues.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F1FEA0-EDD0-A414-0B58-9CC742B11B8A}"/>
              </a:ext>
            </a:extLst>
          </p:cNvPr>
          <p:cNvSpPr/>
          <p:nvPr/>
        </p:nvSpPr>
        <p:spPr>
          <a:xfrm>
            <a:off x="7327721" y="3187563"/>
            <a:ext cx="4272346" cy="2793844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547BB504-063E-E8A4-E84C-347B07099AE4}"/>
              </a:ext>
            </a:extLst>
          </p:cNvPr>
          <p:cNvSpPr/>
          <p:nvPr/>
        </p:nvSpPr>
        <p:spPr>
          <a:xfrm>
            <a:off x="365760" y="82296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D826132B-57E5-0143-9617-01489B06CB0C}"/>
              </a:ext>
            </a:extLst>
          </p:cNvPr>
          <p:cNvSpPr/>
          <p:nvPr/>
        </p:nvSpPr>
        <p:spPr>
          <a:xfrm>
            <a:off x="457200" y="914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What it shows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04108B53-0B8D-B5EC-4678-EC969F729E57}"/>
              </a:ext>
            </a:extLst>
          </p:cNvPr>
          <p:cNvSpPr/>
          <p:nvPr/>
        </p:nvSpPr>
        <p:spPr>
          <a:xfrm>
            <a:off x="365760" y="246888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6CFE002-EFDF-0985-5CC1-59AEB3F27FE3}"/>
              </a:ext>
            </a:extLst>
          </p:cNvPr>
          <p:cNvSpPr/>
          <p:nvPr/>
        </p:nvSpPr>
        <p:spPr>
          <a:xfrm>
            <a:off x="457200" y="2560320"/>
            <a:ext cx="21122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What it can extract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D82EC609-9BD3-256D-4DE7-87BB4CE6A6D0}"/>
              </a:ext>
            </a:extLst>
          </p:cNvPr>
          <p:cNvSpPr/>
          <p:nvPr/>
        </p:nvSpPr>
        <p:spPr>
          <a:xfrm>
            <a:off x="365760" y="411480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18BB4075-BD30-B5C6-9935-7F509584D116}"/>
              </a:ext>
            </a:extLst>
          </p:cNvPr>
          <p:cNvSpPr/>
          <p:nvPr/>
        </p:nvSpPr>
        <p:spPr>
          <a:xfrm>
            <a:off x="457200" y="4206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How it is useful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49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4F6C"/>
                </a:solidFill>
                <a:latin typeface="Plus Jakarta Sans" pitchFamily="2" charset="0"/>
                <a:cs typeface="Plus Jakarta Sans" pitchFamily="2" charset="0"/>
              </a:rPr>
              <a:t>Production Data</a:t>
            </a:r>
            <a:endParaRPr lang="en-US" sz="2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Hourly PI tag data: rate, pressure, vibration, temperature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Metadata: units, span, typical value, instrument tag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Run status and operational behavior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Operating trends and anomalies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Equipment condition vs production correlation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Run/stop behavior and load profiles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Raw signals for AI &amp; anomaly detection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Connect performance to output loss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Foundation for digital twin and monitoring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B4114B12-3DBF-28FD-80C8-EBC7341423F1}"/>
              </a:ext>
            </a:extLst>
          </p:cNvPr>
          <p:cNvSpPr/>
          <p:nvPr/>
        </p:nvSpPr>
        <p:spPr>
          <a:xfrm>
            <a:off x="7552714" y="4665453"/>
            <a:ext cx="3736387" cy="1144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Insight</a:t>
            </a:r>
            <a:endParaRPr lang="en-US" sz="1100">
              <a:latin typeface="Plus Jakarta Sans" pitchFamily="2" charset="0"/>
              <a:cs typeface="Plus Jakarta Sans" pitchFamily="2" charset="0"/>
            </a:endParaRPr>
          </a:p>
          <a:p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Process trends reveal early operational abnormalities before failures or production losses occur, enabling AI-driven anomaly detection, predictive analytics, and faster root cause identification.</a:t>
            </a:r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CCCC89FD-3C21-F670-B226-429AB72B1EB5}"/>
              </a:ext>
            </a:extLst>
          </p:cNvPr>
          <p:cNvSpPr/>
          <p:nvPr/>
        </p:nvSpPr>
        <p:spPr>
          <a:xfrm>
            <a:off x="7552713" y="3429000"/>
            <a:ext cx="3736387" cy="1101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Highlight</a:t>
            </a:r>
            <a:endParaRPr lang="en-US">
              <a:solidFill>
                <a:srgbClr val="000000"/>
              </a:solidFill>
              <a:latin typeface="Plus Jakarta Sans" pitchFamily="2" charset="0"/>
              <a:cs typeface="Plus Jakarta Sans" pitchFamily="2" charset="0"/>
            </a:endParaRPr>
          </a:p>
          <a:p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Production Data captures real-time operational and equipment signals, including feed rate, pressure, vibration, temperature, motor current, and production rate, providing a complete view of plant performance.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DF690-BED5-0B34-C950-C78ECE891275}"/>
              </a:ext>
            </a:extLst>
          </p:cNvPr>
          <p:cNvSpPr/>
          <p:nvPr/>
        </p:nvSpPr>
        <p:spPr>
          <a:xfrm>
            <a:off x="7327721" y="3187563"/>
            <a:ext cx="4272346" cy="2793844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ED4DE6D9-EE33-7757-C5F3-CF12CB485411}"/>
              </a:ext>
            </a:extLst>
          </p:cNvPr>
          <p:cNvSpPr/>
          <p:nvPr/>
        </p:nvSpPr>
        <p:spPr>
          <a:xfrm>
            <a:off x="365760" y="82296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0243A762-6526-45D7-EE73-0851D18A708D}"/>
              </a:ext>
            </a:extLst>
          </p:cNvPr>
          <p:cNvSpPr/>
          <p:nvPr/>
        </p:nvSpPr>
        <p:spPr>
          <a:xfrm>
            <a:off x="457200" y="914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What it shows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C916BBFA-520A-6A0C-F307-80E01ACA9A13}"/>
              </a:ext>
            </a:extLst>
          </p:cNvPr>
          <p:cNvSpPr/>
          <p:nvPr/>
        </p:nvSpPr>
        <p:spPr>
          <a:xfrm>
            <a:off x="365760" y="246888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B20F6E44-F34A-5287-F500-492F070A9EDB}"/>
              </a:ext>
            </a:extLst>
          </p:cNvPr>
          <p:cNvSpPr/>
          <p:nvPr/>
        </p:nvSpPr>
        <p:spPr>
          <a:xfrm>
            <a:off x="457200" y="2560320"/>
            <a:ext cx="21122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What it can extract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36F1A8C2-0154-E537-0C95-544FD1019C60}"/>
              </a:ext>
            </a:extLst>
          </p:cNvPr>
          <p:cNvSpPr/>
          <p:nvPr/>
        </p:nvSpPr>
        <p:spPr>
          <a:xfrm>
            <a:off x="365760" y="411480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2B55D12D-DA3E-C7B7-B061-2D7CAD7D6924}"/>
              </a:ext>
            </a:extLst>
          </p:cNvPr>
          <p:cNvSpPr/>
          <p:nvPr/>
        </p:nvSpPr>
        <p:spPr>
          <a:xfrm>
            <a:off x="457200" y="4206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How it is useful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34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4F6C"/>
                </a:solidFill>
                <a:latin typeface="Plus Jakarta Sans" pitchFamily="2" charset="0"/>
                <a:cs typeface="Plus Jakarta Sans" pitchFamily="2" charset="0"/>
              </a:rPr>
              <a:t>RCA &amp; Downtime Data</a:t>
            </a:r>
            <a:endParaRPr lang="en-US" sz="2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Structured RCA, CAPA/PAA reports and chronology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4P and 4M+1E root cause verification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Corrective actions and loss closure summary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Verified root causes &amp; failure mechanisms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Action plans, PIC and execution status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Downtime, production and financial impact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Reliability knowledge hub &amp; lessons learned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Recurrence prevention and CAPA tracking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22222"/>
                </a:solidFill>
                <a:latin typeface="Plus Jakarta Sans" pitchFamily="2" charset="0"/>
                <a:cs typeface="Plus Jakarta Sans" pitchFamily="2" charset="0"/>
              </a:rPr>
              <a:t>• Links failures directly to solutions</a:t>
            </a:r>
            <a:endParaRPr lang="en-US" sz="140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798C0257-5CB9-994C-3DD2-79D0B87C43DD}"/>
              </a:ext>
            </a:extLst>
          </p:cNvPr>
          <p:cNvSpPr/>
          <p:nvPr/>
        </p:nvSpPr>
        <p:spPr>
          <a:xfrm>
            <a:off x="7552714" y="4665453"/>
            <a:ext cx="3736387" cy="1144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Insight</a:t>
            </a:r>
            <a:endParaRPr lang="en-US" sz="1100">
              <a:latin typeface="Plus Jakarta Sans" pitchFamily="2" charset="0"/>
              <a:cs typeface="Plus Jakarta Sans" pitchFamily="2" charset="0"/>
            </a:endParaRPr>
          </a:p>
          <a:p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RCA history transforms past failures into reusable operational knowledge, enabling AI-driven similar-incident retrieval, root cause indication, action recommendation, and faster problem resolution.</a:t>
            </a:r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E5D60E9C-B3B6-BD59-7800-396ABEF80B64}"/>
              </a:ext>
            </a:extLst>
          </p:cNvPr>
          <p:cNvSpPr/>
          <p:nvPr/>
        </p:nvSpPr>
        <p:spPr>
          <a:xfrm>
            <a:off x="7552713" y="3429000"/>
            <a:ext cx="3736387" cy="1101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Highlight</a:t>
            </a:r>
            <a:endParaRPr lang="en-US" sz="1100">
              <a:solidFill>
                <a:srgbClr val="075985"/>
              </a:solidFill>
              <a:latin typeface="Plus Jakarta Sans" pitchFamily="2" charset="0"/>
              <a:cs typeface="Plus Jakarta Sans" pitchFamily="2" charset="0"/>
            </a:endParaRPr>
          </a:p>
          <a:p>
            <a:r>
              <a:rPr lang="en-US" sz="1100">
                <a:solidFill>
                  <a:srgbClr val="075985"/>
                </a:solidFill>
                <a:latin typeface="Plus Jakarta Sans" pitchFamily="2" charset="0"/>
                <a:cs typeface="Plus Jakarta Sans" pitchFamily="2" charset="0"/>
              </a:rPr>
              <a:t>The database captures verified root causes, failure mechanisms, CAPA actions, responsible owners, and implementation status, creating a valuable repository of reliability knowledge.</a:t>
            </a:r>
            <a:endParaRPr lang="en-US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0088D3-3765-DBDC-57F0-B3692CE9B6BF}"/>
              </a:ext>
            </a:extLst>
          </p:cNvPr>
          <p:cNvSpPr/>
          <p:nvPr/>
        </p:nvSpPr>
        <p:spPr>
          <a:xfrm>
            <a:off x="7327721" y="3187563"/>
            <a:ext cx="4272346" cy="2793844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A2460EBB-9B34-217D-52DD-011359C170DB}"/>
              </a:ext>
            </a:extLst>
          </p:cNvPr>
          <p:cNvSpPr/>
          <p:nvPr/>
        </p:nvSpPr>
        <p:spPr>
          <a:xfrm>
            <a:off x="365760" y="82296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39BC08F0-B2A5-5B46-0022-593B0D62D3B5}"/>
              </a:ext>
            </a:extLst>
          </p:cNvPr>
          <p:cNvSpPr/>
          <p:nvPr/>
        </p:nvSpPr>
        <p:spPr>
          <a:xfrm>
            <a:off x="457200" y="914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What it shows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A27A0973-3D16-424D-FDCC-1D3E2A709B92}"/>
              </a:ext>
            </a:extLst>
          </p:cNvPr>
          <p:cNvSpPr/>
          <p:nvPr/>
        </p:nvSpPr>
        <p:spPr>
          <a:xfrm>
            <a:off x="365760" y="246888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4D4D9687-A44D-9170-F95D-74C21A353EE1}"/>
              </a:ext>
            </a:extLst>
          </p:cNvPr>
          <p:cNvSpPr/>
          <p:nvPr/>
        </p:nvSpPr>
        <p:spPr>
          <a:xfrm>
            <a:off x="457200" y="2560320"/>
            <a:ext cx="211226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What it can extract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BF7B1B53-2271-2101-C0EF-41C4E8728DAC}"/>
              </a:ext>
            </a:extLst>
          </p:cNvPr>
          <p:cNvSpPr/>
          <p:nvPr/>
        </p:nvSpPr>
        <p:spPr>
          <a:xfrm>
            <a:off x="365760" y="4114800"/>
            <a:ext cx="2295144" cy="411480"/>
          </a:xfrm>
          <a:prstGeom prst="rect">
            <a:avLst/>
          </a:prstGeom>
          <a:solidFill>
            <a:srgbClr val="0D8A43"/>
          </a:solidFill>
          <a:ln w="12700">
            <a:solidFill>
              <a:srgbClr val="0D8A43"/>
            </a:solidFill>
            <a:prstDash val="solid"/>
          </a:ln>
        </p:spPr>
        <p:txBody>
          <a:bodyPr/>
          <a:lstStyle/>
          <a:p>
            <a:endParaRPr lang="en-ID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43960BA8-88A2-2296-BB07-18CDD3CC34EB}"/>
              </a:ext>
            </a:extLst>
          </p:cNvPr>
          <p:cNvSpPr/>
          <p:nvPr/>
        </p:nvSpPr>
        <p:spPr>
          <a:xfrm>
            <a:off x="457200" y="4206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2" charset="0"/>
                <a:cs typeface="Plus Jakarta Sans" pitchFamily="2" charset="0"/>
              </a:rPr>
              <a:t>How it is useful</a:t>
            </a:r>
            <a:endParaRPr lang="en-US" sz="1600" dirty="0">
              <a:latin typeface="Plus Jakarta Sans" pitchFamily="2" charset="0"/>
              <a:cs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350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71efe2-5848-4835-ba9f-8faf6945352d" xsi:nil="true"/>
    <lcf76f155ced4ddcb4097134ff3c332f xmlns="831850e5-ca91-43e1-afa5-cf72b3205c9b">
      <Terms xmlns="http://schemas.microsoft.com/office/infopath/2007/PartnerControls"/>
    </lcf76f155ced4ddcb4097134ff3c332f>
    <Status xmlns="831850e5-ca91-43e1-afa5-cf72b3205c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C4518E1ED9C4C808F6F104771DAF4" ma:contentTypeVersion="18" ma:contentTypeDescription="Create a new document." ma:contentTypeScope="" ma:versionID="58198918a17d838bcb25a0e6a8e7af6d">
  <xsd:schema xmlns:xsd="http://www.w3.org/2001/XMLSchema" xmlns:xs="http://www.w3.org/2001/XMLSchema" xmlns:p="http://schemas.microsoft.com/office/2006/metadata/properties" xmlns:ns2="831850e5-ca91-43e1-afa5-cf72b3205c9b" xmlns:ns3="0a71efe2-5848-4835-ba9f-8faf6945352d" targetNamespace="http://schemas.microsoft.com/office/2006/metadata/properties" ma:root="true" ma:fieldsID="dbb7d9c8a963165d3a7bcebf80db274b" ns2:_="" ns3:_="">
    <xsd:import namespace="831850e5-ca91-43e1-afa5-cf72b3205c9b"/>
    <xsd:import namespace="0a71efe2-5848-4835-ba9f-8faf69453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850e5-ca91-43e1-afa5-cf72b3205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4cbfe34-5b9c-4d8b-9c6a-ff67f326de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description="Status activity" ma:format="Dropdown" ma:internalName="Status">
      <xsd:simpleType>
        <xsd:restriction base="dms:Choice">
          <xsd:enumeration value="To do"/>
          <xsd:enumeration value="In Progress"/>
          <xsd:enumeration value="Complete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1efe2-5848-4835-ba9f-8faf6945352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ccd0597-706a-4593-b691-8b842788275c}" ma:internalName="TaxCatchAll" ma:showField="CatchAllData" ma:web="0a71efe2-5848-4835-ba9f-8faf694535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6888DB-4D62-4B2D-895B-0C74A31004CD}">
  <ds:schemaRefs>
    <ds:schemaRef ds:uri="http://schemas.openxmlformats.org/package/2006/metadata/core-properties"/>
    <ds:schemaRef ds:uri="http://www.w3.org/XML/1998/namespace"/>
    <ds:schemaRef ds:uri="http://purl.org/dc/terms/"/>
    <ds:schemaRef ds:uri="831850e5-ca91-43e1-afa5-cf72b3205c9b"/>
    <ds:schemaRef ds:uri="http://purl.org/dc/dcmitype/"/>
    <ds:schemaRef ds:uri="http://schemas.microsoft.com/office/2006/documentManagement/types"/>
    <ds:schemaRef ds:uri="0a71efe2-5848-4835-ba9f-8faf6945352d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818D585-27E7-44A9-BA74-82784F6198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DFE110-7F91-47FE-96F4-0E52EF03DE6E}">
  <ds:schemaRefs>
    <ds:schemaRef ds:uri="0a71efe2-5848-4835-ba9f-8faf6945352d"/>
    <ds:schemaRef ds:uri="831850e5-ca91-43e1-afa5-cf72b3205c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26ac4c88-3875-4bc2-aac4-371aa6c119c2}" enabled="1" method="Standard" siteId="{a289e960-a538-4db3-adf0-845b57e616c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717</Words>
  <Application>Microsoft Office PowerPoint</Application>
  <PresentationFormat>Widescreen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Marsha C R Utama Putri - CCO</cp:lastModifiedBy>
  <cp:revision>1</cp:revision>
  <dcterms:created xsi:type="dcterms:W3CDTF">2026-08-05T11:18:59Z</dcterms:created>
  <dcterms:modified xsi:type="dcterms:W3CDTF">2026-08-07T13:40:44Z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0x010100F52C4518E1ED9C4C808F6F104771DAF4</vt:lpwstr>
  </property>
  <property fmtid="{D5CDD505-2E9C-101B-9397-08002B2CF9AE}" pid="3" name="MediaServiceImageTags">
    <vt:lpwstr/>
  </property>
</Properties>
</file>